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80742df-b882-1fd7-2eb7-adafc919793a}">
          <p14:sldIdLst>
            <p14:sldId id="256"/>
          </p14:sldIdLst>
        </p14:section>
        <p14:section name="1. Problem" id="{61c368a6-be1c-fd85-5183-d2990a70b00c}">
          <p14:sldIdLst>
            <p14:sldId id="257"/>
            <p14:sldId id="258"/>
          </p14:sldIdLst>
        </p14:section>
        <p14:section name="2. Existing Solutions &amp; Gap" id="{a823125b-cb3b-3642-77d5-3c4d8f6654ff}">
          <p14:sldIdLst>
            <p14:sldId id="259"/>
          </p14:sldIdLst>
        </p14:section>
        <p14:section name="3. Proposed Solution" id="{a18dd5d5-4cc1-b2c5-dee2-0a3438d1cdf4}">
          <p14:sldIdLst>
            <p14:sldId id="260"/>
          </p14:sldIdLst>
        </p14:section>
        <p14:section name="4. Technical Approach" id="{8651f73c-57fd-42f7-3069-570d8e047b2b}">
          <p14:sldIdLst>
            <p14:sldId id="261"/>
            <p14:sldId id="262"/>
            <p14:sldId id="263"/>
          </p14:sldIdLst>
        </p14:section>
        <p14:section name="5. Technology Stack" id="{375fa623-fe42-1e80-b27c-499b8a7e6c90}">
          <p14:sldIdLst>
            <p14:sldId id="264"/>
          </p14:sldIdLst>
        </p14:section>
        <p14:section name="6. Feasibility, Limitations &amp; Impact" id="{7f93fc70-47d8-497b-9fc1-f49f3ca7016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tool that checks AI-suggested packages before you install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sounds confident, but the name does not exist. Slopsquatting is the attack built on this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AI repeats the same invented names, which is what makes the attack practical. No typo is involved.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are good at what they do, but none treats 'an AI may have invented this name' as a risk signal before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sits between the AI's suggestion and the install command. Every verdict comes with plain-English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scoring is transparent: every point comes from a visible reason shown to the user, so it is easy to explain and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real, long-established packages pass. Right: the invented name was checked live against PyPI and does not exist. Present it as an example of an invented name; only name a specific chatbot if you verified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logic works for JavaScript. The registry lookup is live, so results reflect the real state of 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left is already running in the demo. The right panel is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limits: it checks registry metadata, not code, and a legitimate new package may trigger a warning, which is why the tool explains its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Slopsquatting Shield  |  Logic League Ideathon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Slopsquatting Shield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Stopping AI-invented software packages before they reach your computer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Logic League Ideathon  |  Cybersecurity: Software Supply Chain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051560"/>
            <a:ext cx="2743200" cy="2743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46304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74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Problem: AI invents packages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Developers ask AI for code, then copy the install command.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can hallucinate: it suggests names that sound real but do not exist.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Beginners rarely double-check before pressing Enter.</a:t>
            </a:r>
            <a:endParaRPr lang="en-US" sz="1600" dirty="0"/>
          </a:p>
        </p:txBody>
      </p:sp>
      <p:sp>
        <p:nvSpPr>
          <p:cNvPr id="4" name="Name definition"/>
          <p:cNvSpPr/>
          <p:nvPr/>
        </p:nvSpPr>
        <p:spPr>
          <a:xfrm>
            <a:off x="457200" y="3520440"/>
            <a:ext cx="4114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Slopsquatting = slop + squatting.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Slop is made-up AI output; squatting is grabbing a name before its owner.</a:t>
            </a:r>
            <a:endParaRPr lang="en-US" sz="1400" dirty="0"/>
          </a:p>
        </p:txBody>
      </p:sp>
      <p:sp>
        <p:nvSpPr>
          <p:cNvPr id="6" name="User message"/>
          <p:cNvSpPr/>
          <p:nvPr/>
        </p:nvSpPr>
        <p:spPr>
          <a:xfrm>
            <a:off x="4937760" y="1280160"/>
            <a:ext cx="374904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I read a PDF in Python?</a:t>
            </a:r>
            <a:endParaRPr lang="en-US" sz="1400" dirty="0"/>
          </a:p>
        </p:txBody>
      </p:sp>
      <p:sp>
        <p:nvSpPr>
          <p:cNvPr id="7" name="AI reply"/>
          <p:cNvSpPr/>
          <p:nvPr/>
        </p:nvSpPr>
        <p:spPr>
          <a:xfrm>
            <a:off x="4937760" y="201168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Sure! Install this package:</a:t>
            </a:r>
            <a:endParaRPr lang="en-US" sz="1400" dirty="0"/>
          </a:p>
        </p:txBody>
      </p:sp>
      <p:sp>
        <p:nvSpPr>
          <p:cNvPr id="9" name="Install command"/>
          <p:cNvSpPr/>
          <p:nvPr/>
        </p:nvSpPr>
        <p:spPr>
          <a:xfrm>
            <a:off x="5120640" y="2606040"/>
            <a:ext cx="3383280" cy="5486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pdf-reader-pro</a:t>
            </a:r>
            <a:endParaRPr lang="en-US" sz="1400" dirty="0"/>
          </a:p>
        </p:txBody>
      </p:sp>
      <p:sp>
        <p:nvSpPr>
          <p:cNvPr id="10" name="Warning tag"/>
          <p:cNvSpPr/>
          <p:nvPr/>
        </p:nvSpPr>
        <p:spPr>
          <a:xfrm>
            <a:off x="4937760" y="3611880"/>
            <a:ext cx="37490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pic>
        <p:nvPicPr>
          <p:cNvPr id="11" name="Image 0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37490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5321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This package does not exist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Problem: how the attack works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8016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invents a name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suggests a package that sounds real but does not exist.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2576" y="2377440"/>
            <a:ext cx="22860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587752" y="128016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70632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7063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057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Hacker registers 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repeats the same fake names, so hackers can predict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53128" y="2377440"/>
            <a:ext cx="22860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4718304" y="128016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01184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0118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2057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Malware is hidden inside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fake package is uploaded to PyPI or npm with bad code.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2377440"/>
            <a:ext cx="228600" cy="256032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6848856" y="1280160"/>
            <a:ext cx="1828800" cy="2423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31736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3173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31736" y="2057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Victim installs it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Copying the AI's command runs the malware automatically.</a:t>
            </a:r>
            <a:endParaRPr lang="en-US" sz="1400" dirty="0"/>
          </a:p>
        </p:txBody>
      </p:sp>
      <p:sp>
        <p:nvSpPr>
          <p:cNvPr id="26" name="Impact callout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524"/>
                </a:solidFill>
              </a:rPr>
              <a:t>What it can cause: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stolen passwords and API keys, malware and ransomware, compromised company pipelines.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Existing solutions and the gap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Existing tool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falls short here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npm audit, pip-audit, Dependabot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Flag known vulnerabilities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 newly registered fake package has no known vulnerability yet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Software-composition scanners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Analyse package risk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Often run at pull-request or CI time, after the dependency is added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Typosquatting detectors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Compare names with popular packages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AI-invented names are usually not a typo of any real name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Manual checking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Developer reads the package page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Slow, inconsistent, and rarely done by beginners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ap callout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gap: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nothing checks a package name between the AI's suggestion and the install command.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Proposed solution: a guard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316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276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Does not exist or is highly risky: do not install.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5831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WARN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67919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Exists but looks suspicious: new, no source code, little history.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ALLOW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7307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Old, trusted and linked to a public source repository.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453128" y="1298448"/>
            <a:ext cx="4261104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Slopsquatting Shield web inter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325880"/>
            <a:ext cx="4206240" cy="21945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80560" y="3657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Working prototype: paste a command, get a verdict with reasons and a 'Did you mean' fix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the command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45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Extracts names from pip or npm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38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the real registry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03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PyPI or npm: exists? age? source repo?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642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96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 the AI-invented list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62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Flags names AIs commonly make 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0098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 the risk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20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Adds points for each warning 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 the verdict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178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Green, yellow or red, with reasons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Warning sign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Package does not exist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5484D"/>
                          </a:solidFill>
                        </a:rPr>
                        <a:t>BLOCK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Name on AI-invented list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+40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Under 30 days old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+25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No source repository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+15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Install-time script (npm)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+10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1+ year old, 10+ releases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-30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75488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Score 60+ = BLOCK  |  25+ = WARN  |  below 25 = ALLOW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 results: PyPI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29768" y="1252728"/>
            <a:ext cx="4078224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Tool result for: pip install requests pan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023360" cy="2615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Trusted packages: both ALLOW, risk score 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36008" y="1252728"/>
            <a:ext cx="4078224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Tool result for: pip install requests pdf-reader-p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23360" cy="2615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Fake package: BLOCK, risk score 100, with a 'Did you mean: pypdf' fix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 results: npm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COMMAND TESTED</a:t>
            </a:r>
            <a:endParaRPr lang="en-US" sz="1100" dirty="0"/>
          </a:p>
        </p:txBody>
      </p:sp>
      <p:sp>
        <p:nvSpPr>
          <p:cNvPr id="4" name="Command"/>
          <p:cNvSpPr/>
          <p:nvPr/>
        </p:nvSpPr>
        <p:spPr>
          <a:xfrm>
            <a:off x="457200" y="1554480"/>
            <a:ext cx="3383280" cy="7772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express-auth-helper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express: ALLOW, 15+ years old, 289 releases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express-auth-helper: BLOCK, risk score 100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found in the npm registry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Suggests the real package: passport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87368" y="1252728"/>
            <a:ext cx="4626864" cy="30266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Tool result for npm inst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4572000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BUILT AND WORKING IN THE PROTOTYPE</a:t>
            </a:r>
            <a:endParaRPr lang="en-US" sz="1100" dirty="0"/>
          </a:p>
        </p:txBody>
      </p:sp>
      <p:sp>
        <p:nvSpPr>
          <p:cNvPr id="4" name="Tech card 1"/>
          <p:cNvSpPr/>
          <p:nvPr/>
        </p:nvSpPr>
        <p:spPr>
          <a:xfrm>
            <a:off x="457200" y="155448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y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79451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Core logic and command-line tool</a:t>
            </a:r>
            <a:endParaRPr lang="en-US" sz="1200" dirty="0"/>
          </a:p>
        </p:txBody>
      </p:sp>
      <p:sp>
        <p:nvSpPr>
          <p:cNvPr id="9" name="Tech card 2"/>
          <p:cNvSpPr/>
          <p:nvPr/>
        </p:nvSpPr>
        <p:spPr>
          <a:xfrm>
            <a:off x="2423160" y="155448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190" y="179451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032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Streamlit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Web interface for the demo</a:t>
            </a:r>
            <a:endParaRPr lang="en-US" sz="1200" dirty="0"/>
          </a:p>
        </p:txBody>
      </p:sp>
      <p:sp>
        <p:nvSpPr>
          <p:cNvPr id="14" name="Tech card 3"/>
          <p:cNvSpPr/>
          <p:nvPr/>
        </p:nvSpPr>
        <p:spPr>
          <a:xfrm>
            <a:off x="4389120" y="155448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2628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179451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2628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Requests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Calls the registry APIs</a:t>
            </a:r>
            <a:endParaRPr lang="en-US" sz="1200" dirty="0"/>
          </a:p>
        </p:txBody>
      </p:sp>
      <p:sp>
        <p:nvSpPr>
          <p:cNvPr id="19" name="Tech card 4"/>
          <p:cNvSpPr/>
          <p:nvPr/>
        </p:nvSpPr>
        <p:spPr>
          <a:xfrm>
            <a:off x="45720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FaBox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3257550"/>
            <a:ext cx="205740" cy="2057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436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PyPI and npm APIs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 package age, releases, repo</a:t>
            </a:r>
            <a:endParaRPr lang="en-US" sz="1200" dirty="0"/>
          </a:p>
        </p:txBody>
      </p:sp>
      <p:sp>
        <p:nvSpPr>
          <p:cNvPr id="24" name="Tech card 5"/>
          <p:cNvSpPr/>
          <p:nvPr/>
        </p:nvSpPr>
        <p:spPr>
          <a:xfrm>
            <a:off x="242316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56032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3190" y="3257550"/>
            <a:ext cx="205740" cy="2057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56032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JSON list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256032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Names AI models commonly invent</a:t>
            </a:r>
            <a:endParaRPr lang="en-US" sz="1200" dirty="0"/>
          </a:p>
        </p:txBody>
      </p:sp>
      <p:sp>
        <p:nvSpPr>
          <p:cNvPr id="29" name="Tech card 6"/>
          <p:cNvSpPr/>
          <p:nvPr/>
        </p:nvSpPr>
        <p:spPr>
          <a:xfrm>
            <a:off x="4389120" y="30175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26280" y="31546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FaSear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325755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526280" y="3657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Regex, shlex, difflib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452628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Parsing and 'Did you mean'</a:t>
            </a:r>
            <a:endParaRPr lang="en-US" sz="1200" dirty="0"/>
          </a:p>
        </p:txBody>
      </p:sp>
      <p:sp>
        <p:nvSpPr>
          <p:cNvPr id="34" name="Planned panel"/>
          <p:cNvSpPr/>
          <p:nvPr/>
        </p:nvSpPr>
        <p:spPr>
          <a:xfrm>
            <a:off x="6400800" y="1234440"/>
            <a:ext cx="2286000" cy="310896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583680" y="1371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PLANNED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6583680" y="1691640"/>
            <a:ext cx="1965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VS Code extension (TypeScript)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FastAPI backend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PostgreSQL and cache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GitHub Action for CI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Feasibility, limits and impact</a:t>
            </a:r>
            <a:endParaRPr lang="en-US" sz="3400" dirty="0"/>
          </a:p>
        </p:txBody>
      </p:sp>
      <p:sp>
        <p:nvSpPr>
          <p:cNvPr id="3" name="Feasibility card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Feasibility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 prototype already built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free public registry APIs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codebase a student team can maintain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Transparent scoring, easy to tune</a:t>
            </a:r>
            <a:endParaRPr lang="en-US" sz="1400" dirty="0"/>
          </a:p>
        </p:txBody>
      </p:sp>
      <p:sp>
        <p:nvSpPr>
          <p:cNvPr id="8" name="Limitations card"/>
          <p:cNvSpPr/>
          <p:nvPr/>
        </p:nvSpPr>
        <p:spPr>
          <a:xfrm>
            <a:off x="324612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0574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PyPI and npm today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but legitimate packages may get warnings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Checks metadata, not the package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internet and a maintained names list</a:t>
            </a:r>
            <a:endParaRPr lang="en-US" sz="1400" dirty="0"/>
          </a:p>
        </p:txBody>
      </p:sp>
      <p:sp>
        <p:nvSpPr>
          <p:cNvPr id="13" name="Impact card"/>
          <p:cNvSpPr/>
          <p:nvPr/>
        </p:nvSpPr>
        <p:spPr>
          <a:xfrm>
            <a:off x="6035040" y="123444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Impact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0574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Stops the attack before any code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Protects beginners who copy-paste AI commands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Teaches safe habits with plain reasons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Names list can be shared with the community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opsquatting Shield">
  <a:themeElements>
    <a:clrScheme name="Slopsquatting Shield">
      <a:dk1>
        <a:srgbClr val="0F172A"/>
      </a:dk1>
      <a:lt1>
        <a:srgbClr val="FFFFFF"/>
      </a:lt1>
      <a:dk2>
        <a:srgbClr val="1E293B"/>
      </a:dk2>
      <a:lt2>
        <a:srgbClr val="EEF2F7"/>
      </a:lt2>
      <a:accent1>
        <a:srgbClr val="E5484D"/>
      </a:accent1>
      <a:accent2>
        <a:srgbClr val="2E9E6B"/>
      </a:accent2>
      <a:accent3>
        <a:srgbClr val="F5A524"/>
      </a:accent3>
      <a:accent4>
        <a:srgbClr val="64748B"/>
      </a:accent4>
      <a:accent5>
        <a:srgbClr val="38BDF8"/>
      </a:accent5>
      <a:accent6>
        <a:srgbClr val="94A3B8"/>
      </a:accent6>
      <a:hlink>
        <a:srgbClr val="38BDF8"/>
      </a:hlink>
      <a:folHlink>
        <a:srgbClr val="94A3B8"/>
      </a:folHlink>
    </a:clrScheme>
    <a:fontScheme name="Slopsquatting 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Slopsquatting Shield</dc:title>
  <dc:subject>PptxGenJS Presentation</dc:subject>
  <dc:creator>PptxGenJS</dc:creator>
  <cp:lastModifiedBy>PptxGenJS</cp:lastModifiedBy>
  <cp:revision>1</cp:revision>
  <dcterms:created xsi:type="dcterms:W3CDTF">2026-10-07T06:08:24Z</dcterms:created>
  <dcterms:modified xsi:type="dcterms:W3CDTF">2026-10-07T06:08:24Z</dcterms:modified>
</cp:coreProperties>
</file>